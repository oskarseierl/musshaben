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22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6AF9-40FA-8A06-451F-AF652AF66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3BE69-E613-7D98-E13F-598881A0E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1CA3F-A4D0-AE6E-F0AC-3895BEB67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212B4-787C-1C8A-FF8F-55761F54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55898-2CBC-4223-CFBD-E6EA197B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175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C2C4-EC5B-ECCE-C18B-2135E028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420AC-961E-93A5-6771-32B990602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BFDE6-7CB0-5441-B527-24691EEE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835E7-898F-291B-0B50-955296E6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8829F-A0B3-F697-D473-EE9FA89EA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8885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4FF0-EA3D-FE60-AFF0-D55D56CE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67053-6D97-946C-36F2-E4E3B3624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97317-03D7-6BAF-D11F-AA10CC77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36DC9-9282-58D5-1B34-2FA22564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9AABA-4C52-B632-0E68-7756C140A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4322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021E-FC2A-E800-4837-1A7D8AB4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3FD07-2B1D-8283-1EBE-7D8373601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80840-A181-3A2A-0AAA-7354C72B1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548AE-7265-62E1-1E2C-10BB6354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4E346-2592-60FD-B201-57563354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E6F01-DD08-AB56-29B1-34B0A24E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891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A6FE-2156-5CDD-C0D1-48B86062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AA08B-D4DC-B05D-E646-CE67AB052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958AA-7EDE-F797-CFC6-A059B9EC6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D63882-45C7-793D-35CF-EB91A082D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F0318-0C5D-9196-BE72-19A84C63D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D9D05-F45A-9C9B-3FF1-068EDEC6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B10E5-904C-7500-6A12-7CB712C7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E2DED-0907-4ACE-28F8-36F8BF8C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0546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9AD8-F8A6-911A-E829-501F9471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55D90-8BCD-25F3-257C-79A36468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6BE1B-B626-B669-3116-0BD6D8F3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BC751-2343-4C7F-7796-8DEB6DD7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7906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8272B-87DA-423D-1A85-C774B4A6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DA67B-36CE-A6D4-CBFD-9D27A0AC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29E0A-3A77-C779-1FA7-DBF6519C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822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0E8E-1002-0EE0-EA4D-1F225C7F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41B4C-C342-0DAA-9EF9-36F08FE7E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7E6C5-F4F6-AE9C-576C-95AC67C94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662F7-FE9F-1C3B-55B4-137E0D8C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C9057-35A5-708F-2BB5-65EFBE87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0DBC4-B37A-6E94-A801-D9A0546C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8502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E673-B9F1-7B2E-96B2-CE2CDA50E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3EE14-64C3-9793-4868-75EC38EFA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7CEDF-85D3-7BED-7A06-499C8B37A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F0239-3AD2-173C-4DAD-0A0D12C4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24EB0-E356-A579-6BB6-4664DBB6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519C2-D93F-3A58-439C-45078982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6191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FCAE-A383-2DEB-0811-C3078EBB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7D91-3ABA-875E-AC92-9BF33D7FB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BF9F7-DDA4-D5B9-CF99-6B549CBE6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6EFDF-08F4-6BEA-EC16-37503709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B9AA4-2E19-1EE7-6918-792565A1A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52255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8939D3-3236-CC2B-C3AA-927776576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DAB96-0EAF-F4E2-425E-370B0F204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A11E8-C64E-9602-F036-D95453AE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A4403-4AD3-5441-1F24-8257E9A8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AE337-7E58-9C5A-A58E-721062580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1274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11F73-2D37-3EA5-F0CD-37D09962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276A0-D7A3-CAC6-310F-31DC05310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82E19-7EDC-DBCA-B6AF-E267032CE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A8957-35C7-4BD2-891F-7D699BC9511D}" type="datetimeFigureOut">
              <a:rPr lang="de-AT" smtClean="0"/>
              <a:t>02.03.2026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811C3-21DD-28AF-231C-80D876035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D5834-EF3B-B101-DCFD-E179A7999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EBAA2-7FA9-476B-8781-4EE57E8146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011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D6DB9C-118A-7605-3737-F307822CC064}"/>
              </a:ext>
            </a:extLst>
          </p:cNvPr>
          <p:cNvSpPr/>
          <p:nvPr/>
        </p:nvSpPr>
        <p:spPr>
          <a:xfrm>
            <a:off x="698654" y="946701"/>
            <a:ext cx="1417983" cy="6162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MussHaben</a:t>
            </a:r>
            <a:endParaRPr lang="de-A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AA50F0-51F4-235C-F7FA-5522D8FA2D5E}"/>
              </a:ext>
            </a:extLst>
          </p:cNvPr>
          <p:cNvSpPr/>
          <p:nvPr/>
        </p:nvSpPr>
        <p:spPr>
          <a:xfrm>
            <a:off x="2663952" y="946701"/>
            <a:ext cx="1676401" cy="61622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Willhaben.at</a:t>
            </a:r>
            <a:endParaRPr lang="de-AT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5123834-CD47-A478-7ABC-D41B2F5658E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116637" y="1254814"/>
            <a:ext cx="54731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795F108-A709-4A4D-9B19-26AD898E9B8A}"/>
              </a:ext>
            </a:extLst>
          </p:cNvPr>
          <p:cNvSpPr/>
          <p:nvPr/>
        </p:nvSpPr>
        <p:spPr>
          <a:xfrm>
            <a:off x="4887668" y="946701"/>
            <a:ext cx="1417983" cy="6162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MussHaben</a:t>
            </a:r>
            <a:endParaRPr lang="de-AT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F9D93D-84D8-F3F5-C084-2B078DCDEA06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4340353" y="1254814"/>
            <a:ext cx="54731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F5D1A9-6E26-B6BC-C56C-EB5B337D284A}"/>
              </a:ext>
            </a:extLst>
          </p:cNvPr>
          <p:cNvCxnSpPr>
            <a:cxnSpLocks/>
            <a:stCxn id="28" idx="2"/>
            <a:endCxn id="39" idx="0"/>
          </p:cNvCxnSpPr>
          <p:nvPr/>
        </p:nvCxnSpPr>
        <p:spPr>
          <a:xfrm flipH="1">
            <a:off x="1300038" y="1562927"/>
            <a:ext cx="4296622" cy="50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04B5739-E4BC-F1BC-53E6-C15712075534}"/>
              </a:ext>
            </a:extLst>
          </p:cNvPr>
          <p:cNvSpPr/>
          <p:nvPr/>
        </p:nvSpPr>
        <p:spPr>
          <a:xfrm>
            <a:off x="698654" y="2071678"/>
            <a:ext cx="1202768" cy="3911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Suchagent 1</a:t>
            </a:r>
            <a:endParaRPr lang="de-AT" sz="1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98A6164-E5B1-9A8B-6B9E-E09C4886D95E}"/>
              </a:ext>
            </a:extLst>
          </p:cNvPr>
          <p:cNvSpPr/>
          <p:nvPr/>
        </p:nvSpPr>
        <p:spPr>
          <a:xfrm>
            <a:off x="2162307" y="2071678"/>
            <a:ext cx="1202768" cy="3911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Suchagent 2</a:t>
            </a:r>
            <a:endParaRPr lang="de-AT" sz="1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7559B3F-7A2F-127B-D54E-D05669E7D227}"/>
              </a:ext>
            </a:extLst>
          </p:cNvPr>
          <p:cNvSpPr/>
          <p:nvPr/>
        </p:nvSpPr>
        <p:spPr>
          <a:xfrm>
            <a:off x="5102883" y="2071678"/>
            <a:ext cx="1202768" cy="3911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Suchagent X</a:t>
            </a:r>
            <a:endParaRPr lang="de-AT" sz="14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E90B24-F4A8-96AC-E6DF-C8CF01917B7D}"/>
              </a:ext>
            </a:extLst>
          </p:cNvPr>
          <p:cNvSpPr/>
          <p:nvPr/>
        </p:nvSpPr>
        <p:spPr>
          <a:xfrm>
            <a:off x="3625960" y="2071678"/>
            <a:ext cx="1202768" cy="3911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Suchagent 3</a:t>
            </a:r>
            <a:endParaRPr lang="de-AT" sz="1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CAD7F0-AD15-CFC0-E77B-13F4E89F1458}"/>
              </a:ext>
            </a:extLst>
          </p:cNvPr>
          <p:cNvCxnSpPr>
            <a:stCxn id="28" idx="2"/>
            <a:endCxn id="43" idx="0"/>
          </p:cNvCxnSpPr>
          <p:nvPr/>
        </p:nvCxnSpPr>
        <p:spPr>
          <a:xfrm flipH="1">
            <a:off x="2763691" y="1562927"/>
            <a:ext cx="2832969" cy="50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B01EF6-B6E3-2E90-1008-33F13F2310FB}"/>
              </a:ext>
            </a:extLst>
          </p:cNvPr>
          <p:cNvCxnSpPr>
            <a:stCxn id="28" idx="2"/>
            <a:endCxn id="45" idx="0"/>
          </p:cNvCxnSpPr>
          <p:nvPr/>
        </p:nvCxnSpPr>
        <p:spPr>
          <a:xfrm flipH="1">
            <a:off x="4227344" y="1562927"/>
            <a:ext cx="1369316" cy="50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B810A2B-38F1-2737-D195-A553FA60BEBA}"/>
              </a:ext>
            </a:extLst>
          </p:cNvPr>
          <p:cNvCxnSpPr>
            <a:stCxn id="28" idx="2"/>
            <a:endCxn id="44" idx="0"/>
          </p:cNvCxnSpPr>
          <p:nvPr/>
        </p:nvCxnSpPr>
        <p:spPr>
          <a:xfrm>
            <a:off x="5596660" y="1562927"/>
            <a:ext cx="107607" cy="50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DB32CFC1-6B47-BACD-717F-3E95403BC940}"/>
              </a:ext>
            </a:extLst>
          </p:cNvPr>
          <p:cNvSpPr/>
          <p:nvPr/>
        </p:nvSpPr>
        <p:spPr>
          <a:xfrm>
            <a:off x="2809361" y="3177837"/>
            <a:ext cx="1417983" cy="6162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MussHaben</a:t>
            </a:r>
            <a:endParaRPr lang="de-AT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6644FCC-F7A6-A9FF-730A-407414347D23}"/>
              </a:ext>
            </a:extLst>
          </p:cNvPr>
          <p:cNvCxnSpPr>
            <a:cxnSpLocks/>
            <a:stCxn id="55" idx="2"/>
            <a:endCxn id="58" idx="0"/>
          </p:cNvCxnSpPr>
          <p:nvPr/>
        </p:nvCxnSpPr>
        <p:spPr>
          <a:xfrm flipH="1">
            <a:off x="1300038" y="3794063"/>
            <a:ext cx="2218315" cy="50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E97DA9E9-707E-630A-9A57-167885E82221}"/>
              </a:ext>
            </a:extLst>
          </p:cNvPr>
          <p:cNvSpPr/>
          <p:nvPr/>
        </p:nvSpPr>
        <p:spPr>
          <a:xfrm>
            <a:off x="698654" y="4302814"/>
            <a:ext cx="1202768" cy="3911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Suchagent 1</a:t>
            </a:r>
            <a:endParaRPr lang="de-AT" sz="14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2AEC871-78C7-300D-CABE-9EF7B2172D68}"/>
              </a:ext>
            </a:extLst>
          </p:cNvPr>
          <p:cNvSpPr/>
          <p:nvPr/>
        </p:nvSpPr>
        <p:spPr>
          <a:xfrm>
            <a:off x="2162307" y="4302814"/>
            <a:ext cx="1202768" cy="3911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Suchagent 2</a:t>
            </a:r>
            <a:endParaRPr lang="de-AT" sz="1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E12376-7D7C-8E4B-4D71-F6FFB8B0E857}"/>
              </a:ext>
            </a:extLst>
          </p:cNvPr>
          <p:cNvSpPr/>
          <p:nvPr/>
        </p:nvSpPr>
        <p:spPr>
          <a:xfrm>
            <a:off x="5102883" y="4302814"/>
            <a:ext cx="1202768" cy="3911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Suchagent X</a:t>
            </a:r>
            <a:endParaRPr lang="de-AT" sz="14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A04137-7F57-E47F-3C16-9222E4029078}"/>
              </a:ext>
            </a:extLst>
          </p:cNvPr>
          <p:cNvSpPr/>
          <p:nvPr/>
        </p:nvSpPr>
        <p:spPr>
          <a:xfrm>
            <a:off x="3625960" y="4302814"/>
            <a:ext cx="1202768" cy="3911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Suchagent 3</a:t>
            </a:r>
            <a:endParaRPr lang="de-AT" sz="14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AE1EC06-A33E-45C5-BD0D-763B0F56BDAB}"/>
              </a:ext>
            </a:extLst>
          </p:cNvPr>
          <p:cNvCxnSpPr>
            <a:stCxn id="55" idx="2"/>
            <a:endCxn id="59" idx="0"/>
          </p:cNvCxnSpPr>
          <p:nvPr/>
        </p:nvCxnSpPr>
        <p:spPr>
          <a:xfrm flipH="1">
            <a:off x="2763691" y="3794063"/>
            <a:ext cx="754662" cy="50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4FB8A2-14FF-EC21-05A1-3E741D0CD8A7}"/>
              </a:ext>
            </a:extLst>
          </p:cNvPr>
          <p:cNvCxnSpPr>
            <a:stCxn id="55" idx="2"/>
            <a:endCxn id="61" idx="0"/>
          </p:cNvCxnSpPr>
          <p:nvPr/>
        </p:nvCxnSpPr>
        <p:spPr>
          <a:xfrm>
            <a:off x="3518353" y="3794063"/>
            <a:ext cx="708991" cy="50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E415F77-1F08-1EF6-A43C-07F7823DDE3A}"/>
              </a:ext>
            </a:extLst>
          </p:cNvPr>
          <p:cNvCxnSpPr>
            <a:stCxn id="55" idx="2"/>
            <a:endCxn id="60" idx="0"/>
          </p:cNvCxnSpPr>
          <p:nvPr/>
        </p:nvCxnSpPr>
        <p:spPr>
          <a:xfrm>
            <a:off x="3518353" y="3794063"/>
            <a:ext cx="2185914" cy="50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863DDA18-D9CC-F701-61F9-0CDA0135C6EF}"/>
              </a:ext>
            </a:extLst>
          </p:cNvPr>
          <p:cNvSpPr/>
          <p:nvPr/>
        </p:nvSpPr>
        <p:spPr>
          <a:xfrm>
            <a:off x="2162307" y="4929789"/>
            <a:ext cx="1202768" cy="3911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Willhaben.at</a:t>
            </a:r>
            <a:endParaRPr lang="de-AT" sz="14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4433E6B-D275-06C6-22D6-2D8F0D28B7C1}"/>
              </a:ext>
            </a:extLst>
          </p:cNvPr>
          <p:cNvCxnSpPr>
            <a:stCxn id="59" idx="2"/>
            <a:endCxn id="69" idx="0"/>
          </p:cNvCxnSpPr>
          <p:nvPr/>
        </p:nvCxnSpPr>
        <p:spPr>
          <a:xfrm>
            <a:off x="2763691" y="4693920"/>
            <a:ext cx="0" cy="235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E0ACA81F-2880-141F-A65D-88288753480C}"/>
              </a:ext>
            </a:extLst>
          </p:cNvPr>
          <p:cNvSpPr/>
          <p:nvPr/>
        </p:nvSpPr>
        <p:spPr>
          <a:xfrm>
            <a:off x="3625960" y="4929789"/>
            <a:ext cx="1202768" cy="3911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Willhaben.at</a:t>
            </a:r>
            <a:endParaRPr lang="de-AT" sz="14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1848BCE-4EBC-D010-9641-6C6CFC7323C6}"/>
              </a:ext>
            </a:extLst>
          </p:cNvPr>
          <p:cNvSpPr/>
          <p:nvPr/>
        </p:nvSpPr>
        <p:spPr>
          <a:xfrm>
            <a:off x="5102883" y="4929789"/>
            <a:ext cx="1202768" cy="3911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Willhaben.at</a:t>
            </a:r>
            <a:endParaRPr lang="de-AT" sz="1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A2333B0-CADA-21C0-760C-221D07F7ABDA}"/>
              </a:ext>
            </a:extLst>
          </p:cNvPr>
          <p:cNvSpPr/>
          <p:nvPr/>
        </p:nvSpPr>
        <p:spPr>
          <a:xfrm>
            <a:off x="698654" y="4929789"/>
            <a:ext cx="1202768" cy="3911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Willhaben.at</a:t>
            </a:r>
            <a:endParaRPr lang="de-AT" sz="1400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569CDC3-978E-BFA1-1FF3-89AFD9BB8A85}"/>
              </a:ext>
            </a:extLst>
          </p:cNvPr>
          <p:cNvCxnSpPr>
            <a:stCxn id="58" idx="2"/>
            <a:endCxn id="74" idx="0"/>
          </p:cNvCxnSpPr>
          <p:nvPr/>
        </p:nvCxnSpPr>
        <p:spPr>
          <a:xfrm>
            <a:off x="1300038" y="4693920"/>
            <a:ext cx="0" cy="235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509666B-FD47-E6EF-F0B0-C861151E1A19}"/>
              </a:ext>
            </a:extLst>
          </p:cNvPr>
          <p:cNvCxnSpPr>
            <a:stCxn id="61" idx="2"/>
            <a:endCxn id="72" idx="0"/>
          </p:cNvCxnSpPr>
          <p:nvPr/>
        </p:nvCxnSpPr>
        <p:spPr>
          <a:xfrm>
            <a:off x="4227344" y="4693920"/>
            <a:ext cx="0" cy="235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3476589-1C8A-C8F4-EF35-8CA014201719}"/>
              </a:ext>
            </a:extLst>
          </p:cNvPr>
          <p:cNvCxnSpPr>
            <a:stCxn id="60" idx="2"/>
            <a:endCxn id="73" idx="0"/>
          </p:cNvCxnSpPr>
          <p:nvPr/>
        </p:nvCxnSpPr>
        <p:spPr>
          <a:xfrm>
            <a:off x="5704267" y="4693920"/>
            <a:ext cx="0" cy="235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818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TU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Seierl, Oskar</dc:creator>
  <cp:lastModifiedBy>Seierl, Oskar</cp:lastModifiedBy>
  <cp:revision>1</cp:revision>
  <dcterms:created xsi:type="dcterms:W3CDTF">2026-03-02T08:14:24Z</dcterms:created>
  <dcterms:modified xsi:type="dcterms:W3CDTF">2026-03-02T08:33:42Z</dcterms:modified>
</cp:coreProperties>
</file>